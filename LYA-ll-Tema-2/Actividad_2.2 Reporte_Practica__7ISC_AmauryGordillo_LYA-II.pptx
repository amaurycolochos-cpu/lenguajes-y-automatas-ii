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62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882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aurycolochos-cpu/LENGUAJES-Y-AUTOMATAS-II/tree/main/LYA-ll-Tema-2/AnalizadorSemantico-Unidades-1-2-3-JavaFX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LENGUAJES Y AUTOMATAS II</a:t>
            </a: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2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.2 — </a:t>
            </a:r>
            <a:r>
              <a:rPr b="0" i="0" dirty="0">
                <a:solidFill>
                  <a:srgbClr val="212529"/>
                </a:solidFill>
                <a:latin typeface="-apple-system"/>
                <a:ea typeface="-apple-system"/>
                <a:cs typeface="-apple-system"/>
              </a:rPr>
              <a:t>REPORTE DE PRACTICA</a:t>
            </a:r>
          </a:p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 dirty="0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 dirty="0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03 DE SEPTIEMBRE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05840" y="144475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E2D29"/>
                </a:solidFill>
              </a:rPr>
              <a:t>En la práctica trabajé con un analizador semántico desarrollado en Java y lo amplié para que, además de revisar instrucciones y tipos de datos, pudiera generar código intermedio.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1005840" y="2487168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E2D29"/>
                </a:solidFill>
              </a:rPr>
              <a:t>La intención fue observar el proceso que sigue un compilador antes de llegar a la optimización o al código objeto: tomar una expresión, separar sus operaciones y representarla de una forma más ordenada.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1005840" y="3529584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E2D29"/>
                </a:solidFill>
              </a:rPr>
              <a:t>Por eso se probaron expresiones aritméticas sencillas y combinadas, revisando sus salidas en notaciones, código de tres direcciones, cuádruplos, triplos y Código P.</a:t>
            </a:r>
            <a:endParaRPr lang="en-US" sz="1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Justificación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05840" y="144475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E2D29"/>
                </a:solidFill>
              </a:rPr>
              <a:t>Realicé esta actividad porque no basta con obtener el resultado final de una operación; también es importante entender cómo se construye internamente cada paso de la traducción.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1005840" y="2487168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E2D29"/>
                </a:solidFill>
              </a:rPr>
              <a:t>Al generar temporales, cuádruplos y triplos, se puede visualizar con mayor claridad cómo una instrucción se divide en operaciones más pequeñas y controlables.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1005840" y="3529584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E2D29"/>
                </a:solidFill>
              </a:rPr>
              <a:t>Esta práctica también sirve como base para la Unidad 3, ya que la optimización necesita trabajar sobre una representación intermedia clara antes de intentar mejorarla.</a:t>
            </a:r>
            <a:endParaRPr lang="en-US" sz="1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Desarrollo de la práctica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05840" y="144475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E2D29"/>
                </a:solidFill>
              </a:rPr>
              <a:t>Primero preparé el entorno de ejecución con Java 17, Maven y Visual Studio Code. Después abrí el proyecto del analizador y lo ejecuté como aplicación JavaFX.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1005840" y="2487168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E2D29"/>
                </a:solidFill>
              </a:rPr>
              <a:t>Posteriormente seleccioné las pruebas de la Actividad 2.2 desde el banco de ejercicios integrado en la interfaz, ejecutando una por una con el botón Analizar código.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1005840" y="3529584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E2D29"/>
                </a:solidFill>
              </a:rPr>
              <a:t>Para cada prueba revisé las pestañas de salida y guardé evidencias de las representaciones generadas, procurando que cada captura mostrara tanto el código fuente como el resultado obtenido.</a:t>
            </a:r>
            <a:endParaRPr lang="en-US" sz="1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Instalación y arranque del proyecto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Preparación del entorno de ejecución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setup_maven_downlo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472" y="1261872"/>
            <a:ext cx="3760352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Evidencia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Descarga de Apache Maven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abrió la página oficial de Maven: https://maven.apache.org/download.cgi. Desde ahí se identificó la versión 3.9.16 y se seleccionó el archivo binario ZIP para Windows, evitando descargar fuentes o versiones preliminares.</a:t>
            </a:r>
            <a:endParaRPr lang="en-US" sz="1070" dirty="0"/>
          </a:p>
        </p:txBody>
      </p:sp>
      <p:pic>
        <p:nvPicPr>
          <p:cNvPr id="10" name="Image 1" descr="/mnt/data/ppt_assets_22/setup_maven_ru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4823" y="3813048"/>
            <a:ext cx="3593650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Evidencia 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Ejecución desde VS Code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Java 17 y Maven disponibles, el proyecto se ejecutó desde la terminal con el comando mvn clean javafx:run. La consola muestra la compilación y el inicio de la aplicación JavaFX del analizador.</a:t>
            </a:r>
            <a:endParaRPr lang="en-US" sz="10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1 · Operación simple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619" y="1261872"/>
            <a:ext cx="4254058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 de la prueba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utiliza una operación básica con dos variables enteras. Esta prueba sirve como punto de partida para verificar que el analizador reconozca declaraciones, asignación y la instrucción mostrar().</a:t>
            </a:r>
            <a:endParaRPr lang="en-US" sz="1070" dirty="0"/>
          </a:p>
        </p:txBody>
      </p:sp>
      <p:pic>
        <p:nvPicPr>
          <p:cNvPr id="10" name="Image 1" descr="/mnt/data/ppt_assets_22/ej1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337" y="3813048"/>
            <a:ext cx="3632622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B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Notaciones generadas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expresión a + b se representa en forma infija, prefija, postfija y polaca. En una operación sencilla todas las salidas son fáciles de comparar contra el código original.</a:t>
            </a:r>
            <a:endParaRPr lang="en-US" sz="10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1 · Representaciones intermedias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1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534" y="1261872"/>
            <a:ext cx="3544227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C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de tres direcciones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analizador genera un temporal para guardar la suma antes de asignarla a x. Esta forma permite descomponer la expresión en instrucciones más simples.</a:t>
            </a:r>
            <a:endParaRPr lang="en-US" sz="1070" dirty="0"/>
          </a:p>
        </p:txBody>
      </p:sp>
      <p:pic>
        <p:nvPicPr>
          <p:cNvPr id="10" name="Image 1" descr="/mnt/data/ppt_assets_22/ej1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917" y="3813048"/>
            <a:ext cx="4727462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Cuádruplos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operación se ordena por operador, argumento 1, argumento 2 y resultado. En la asignación final, el segundo argumento queda vacío porque no es necesario.</a:t>
            </a:r>
            <a:endParaRPr lang="en-US" sz="10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1 · Triplos y Código 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1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11" y="1261872"/>
            <a:ext cx="3794873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Triplos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triplos muestran cada instrucción con índice, operador y argumentos. La asignación utiliza el resultado de una operación previa, representado mediante una referencia.</a:t>
            </a:r>
            <a:endParaRPr lang="en-US" sz="1070" dirty="0"/>
          </a:p>
        </p:txBody>
      </p:sp>
      <p:pic>
        <p:nvPicPr>
          <p:cNvPr id="10" name="Image 1" descr="/mnt/data/ppt_assets_22/ej1_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9207" y="3813048"/>
            <a:ext cx="3564881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F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P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P traduce la operación como carga de datos, suma y almacenamiento. Esta salida ayuda a ver la instrucción como una secuencia más cercana a una máquina virtual.</a:t>
            </a:r>
            <a:endParaRPr lang="en-US" sz="10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2 · Precedencia de operadores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2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491" y="1261872"/>
            <a:ext cx="3628313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Expresión con multiplicación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usa una suma combinada con multiplicación. El objetivo es comprobar que el analizador respete la precedencia: primero b * c y después la suma con a.</a:t>
            </a:r>
            <a:endParaRPr lang="en-US" sz="1070" dirty="0"/>
          </a:p>
        </p:txBody>
      </p:sp>
      <p:pic>
        <p:nvPicPr>
          <p:cNvPr id="10" name="Image 1" descr="/mnt/data/ppt_assets_22/ej2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759" y="3813048"/>
            <a:ext cx="3585777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B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Notaciones de la expresión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notaciones muestran el cambio de orden respecto al código escrito. La forma postfija permite observar que la multiplicación se coloca antes de cerrar la suma.</a:t>
            </a:r>
            <a:endParaRPr lang="en-US" sz="10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2 · Orden de generación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2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605" y="1261872"/>
            <a:ext cx="2866085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C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direcciones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genera primero un temporal para b * c. Después otro temporal combina a con ese resultado. Esto confirma que la prioridad de operadores se aplicó correctamente.</a:t>
            </a:r>
            <a:endParaRPr lang="en-US" sz="1070" dirty="0"/>
          </a:p>
        </p:txBody>
      </p:sp>
      <p:pic>
        <p:nvPicPr>
          <p:cNvPr id="10" name="Image 1" descr="/mnt/data/ppt_assets_22/ej2_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339" y="3813048"/>
            <a:ext cx="5140618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Cuádruplos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tabla conserva el orden lógico de traducción: multiplicación, suma y asignación. Cada fila deja claro qué operandos se usaron y dónde quedó el resultado.</a:t>
            </a:r>
            <a:endParaRPr lang="en-US" sz="10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2 · Salidas complementarias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2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184" y="1261872"/>
            <a:ext cx="3628928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Triplos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triplos permiten referenciar resultados anteriores sin nombrar todos los temporales. Aquí se observa cómo la segunda operación depende de la primera.</a:t>
            </a:r>
            <a:endParaRPr lang="en-US" sz="1070" dirty="0"/>
          </a:p>
        </p:txBody>
      </p:sp>
      <p:pic>
        <p:nvPicPr>
          <p:cNvPr id="10" name="Image 1" descr="/mnt/data/ppt_assets_22/ej2_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536" y="3813048"/>
            <a:ext cx="4078224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F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P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P carga b y c, aplica multiplicación, después carga a, realiza la suma y almacena en x. La secuencia mantiene la misma lógica de precedencia.</a:t>
            </a:r>
            <a:endParaRPr lang="en-US" sz="10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3 · Uso de paréntesis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3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244" y="1261872"/>
            <a:ext cx="4172808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Expresión agrupada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expresión coloca a + b dentro de paréntesis antes de multiplicar por c. La finalidad es verificar que la agrupación modifique el orden normal de evaluación.</a:t>
            </a:r>
            <a:endParaRPr lang="en-US" sz="1070" dirty="0"/>
          </a:p>
        </p:txBody>
      </p:sp>
      <p:pic>
        <p:nvPicPr>
          <p:cNvPr id="10" name="Image 1" descr="/mnt/data/ppt_assets_22/ej3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4648" y="3813048"/>
            <a:ext cx="4014000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B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Notaciones resultantes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las notaciones se distingue que la suma aparece antes de la multiplicación. Esto demuestra que el analizador no solo revisa símbolos, sino también estructura.</a:t>
            </a:r>
            <a:endParaRPr lang="en-US" sz="10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3 · Traducción intermedia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3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353" y="1261872"/>
            <a:ext cx="3556591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C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direcciones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primer temporal corresponde a a + b. Luego se multiplica ese resultado por c. La salida refleja el efecto de los paréntesis en el orden de generación.</a:t>
            </a:r>
            <a:endParaRPr lang="en-US" sz="1070" dirty="0"/>
          </a:p>
        </p:txBody>
      </p:sp>
      <p:pic>
        <p:nvPicPr>
          <p:cNvPr id="10" name="Image 1" descr="/mnt/data/ppt_assets_22/ej3_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714" y="3813048"/>
            <a:ext cx="4893869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Cuádruplos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cuádruplos conservan la secuencia esperada: suma, multiplicación y asignación. Esta tabla facilita revisar el comportamiento del traductor paso a paso.</a:t>
            </a:r>
            <a:endParaRPr lang="en-US" sz="10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3 · Triplos y secuencia 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3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57" y="1261872"/>
            <a:ext cx="5781981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Triplos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referencia al resultado de la suma aparece antes de la multiplicación. Este formato evita repetir expresiones completas y compacta la representación.</a:t>
            </a:r>
            <a:endParaRPr lang="en-US" sz="1070" dirty="0"/>
          </a:p>
        </p:txBody>
      </p:sp>
      <p:pic>
        <p:nvPicPr>
          <p:cNvPr id="10" name="Image 1" descr="/mnt/data/ppt_assets_22/ej3_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329" y="3813048"/>
            <a:ext cx="3876639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F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P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pila recibe primero los valores de a y b para sumarlos. Después se carga c y se realiza la multiplicación, siguiendo el agrupamiento indicado por el código fuente.</a:t>
            </a:r>
            <a:endParaRPr lang="en-US" sz="10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4 · Operaciones encadenadas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4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251" y="1261872"/>
            <a:ext cx="4072794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Resta con asociación izquierda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utiliza a - b - c. En este caso se revisa que el analizador procese las operaciones de izquierda a derecha cuando los operadores tienen la misma prioridad.</a:t>
            </a:r>
            <a:endParaRPr lang="en-US" sz="1070" dirty="0"/>
          </a:p>
        </p:txBody>
      </p:sp>
      <p:pic>
        <p:nvPicPr>
          <p:cNvPr id="10" name="Image 1" descr="/mnt/data/ppt_assets_22/ej4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491" y="3813048"/>
            <a:ext cx="3628313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B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Notaciones generadas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notaciones muestran el orden de las restas. La salida ayuda a comprobar que no se interpreta como a - (b - c), sino como una secuencia asociativa izquierda.</a:t>
            </a:r>
            <a:endParaRPr lang="en-US" sz="10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4 · Temporales intermedios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4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770" y="1261872"/>
            <a:ext cx="3519756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C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direcciones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se calcula a - b y el resultado se guarda en un temporal. Después a ese temporal se le resta c, antes de asignar el valor final a x.</a:t>
            </a:r>
            <a:endParaRPr lang="en-US" sz="1070" dirty="0"/>
          </a:p>
        </p:txBody>
      </p:sp>
      <p:pic>
        <p:nvPicPr>
          <p:cNvPr id="10" name="Image 1" descr="/mnt/data/ppt_assets_22/ej4_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1294" y="3813048"/>
            <a:ext cx="3680708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Cuádruplos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cuádruplos separan cada resta en una fila. Esta evidencia permite ver que cada paso utiliza el resultado anterior como argumento para la siguiente operación.</a:t>
            </a:r>
            <a:endParaRPr lang="en-US" sz="10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4 · Representaciones compactas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4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661" y="1261872"/>
            <a:ext cx="4517973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Triplos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triplos muestran la dependencia entre operaciones mediante índices. La segunda resta se apoya en el resultado generado por la primera.</a:t>
            </a:r>
            <a:endParaRPr lang="en-US" sz="1070" dirty="0"/>
          </a:p>
        </p:txBody>
      </p:sp>
      <p:pic>
        <p:nvPicPr>
          <p:cNvPr id="10" name="Image 1" descr="/mnt/data/ppt_assets_22/ej4_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923" y="3813048"/>
            <a:ext cx="3931450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F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P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P traduce la resta encadenada como una secuencia de cargas, operaciones SUB y almacenamiento. La forma final es lineal y más fácil de ejecutar.</a:t>
            </a:r>
            <a:endParaRPr lang="en-US" sz="10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5 · Caso integrador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5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73" y="1261872"/>
            <a:ext cx="3330550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P de expresiones combinadas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prueba integra varias declaraciones, operaciones con prioridad, división y dos instrucciones mostrar(). La salida en Código P permite revisar la secuencia completa de carga, operación y almacenamiento.</a:t>
            </a:r>
            <a:endParaRPr lang="en-US" sz="1070" dirty="0"/>
          </a:p>
        </p:txBody>
      </p:sp>
      <p:pic>
        <p:nvPicPr>
          <p:cNvPr id="10" name="Image 1" descr="/mnt/data/ppt_assets_22/ej5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656" y="3813048"/>
            <a:ext cx="4307983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B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Tabla de símbolos final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tabla muestra variables enteras y una variable flotante. También confirma que los resultados calculados quedan registrados, por ejemplo promedio y ajuste, antes de continuar con otras representaciones.</a:t>
            </a:r>
            <a:endParaRPr lang="en-US" sz="10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5 · Representación del caso integrador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5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953" y="1261872"/>
            <a:ext cx="3577389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984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C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Notaciones de expresiones mixtas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901952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notaciones permiten comprobar cómo se traduce cada expresión cuando aparecen sumas, multiplicaciones, divisiones y paréntesis dentro del mismo programa.</a:t>
            </a:r>
            <a:endParaRPr lang="en-US" sz="1070" dirty="0"/>
          </a:p>
        </p:txBody>
      </p:sp>
      <p:pic>
        <p:nvPicPr>
          <p:cNvPr id="10" name="Image 1" descr="/mnt/data/ppt_assets_22/ej5_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914" y="3813048"/>
            <a:ext cx="3667468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81304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49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direcciones del programa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5312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de tres direcciones divide el caso integrador en instrucciones pequeñas. Los temporales facilitan seguir cada operación antes de asignar el resultado final.</a:t>
            </a:r>
            <a:endParaRPr lang="en-US" sz="10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práctica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042416"/>
            <a:ext cx="11018520" cy="0"/>
          </a:xfrm>
          <a:prstGeom prst="line">
            <a:avLst/>
          </a:prstGeom>
          <a:noFill/>
          <a:ln w="1016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ppt_assets_22/ej5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572" y="1225296"/>
            <a:ext cx="4320153" cy="2039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25296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26680" y="12618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6680" y="1481328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Cuádruplos del caso integrador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726680" y="1865376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muestra la tabla de cuádruplos del caso integrador. Cada fila organiza operador, argumentos y resultado, lo que ayuda a seguir expresiones más extensas sin perder el orden de ejecución.</a:t>
            </a:r>
            <a:endParaRPr lang="en-US" sz="1070" dirty="0"/>
          </a:p>
        </p:txBody>
      </p:sp>
      <p:pic>
        <p:nvPicPr>
          <p:cNvPr id="10" name="Image 1" descr="/mnt/data/ppt_assets_22/ej5_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914" y="3767328"/>
            <a:ext cx="3667468" cy="2039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3767328"/>
            <a:ext cx="694944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DE6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726680" y="38039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D50"/>
                </a:solidFill>
              </a:rPr>
              <a:t>Captura F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26680" y="4023360"/>
            <a:ext cx="3840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E2D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Triplos y cierre del análisis</a:t>
            </a:r>
            <a:endParaRPr lang="en-US" sz="1340" dirty="0"/>
          </a:p>
        </p:txBody>
      </p:sp>
      <p:sp>
        <p:nvSpPr>
          <p:cNvPr id="14" name="Text 10"/>
          <p:cNvSpPr/>
          <p:nvPr/>
        </p:nvSpPr>
        <p:spPr>
          <a:xfrm>
            <a:off x="7726680" y="4407408"/>
            <a:ext cx="3886200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E2D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estas pruebas confirmé que el analizador traduce expresiones simples y combinadas a varias representaciones intermedias. Esto deja una base clara para continuar con optimización en la siguiente unidad.</a:t>
            </a:r>
            <a:endParaRPr lang="en-US" sz="10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4237"/>
          </a:solidFill>
          <a:ln>
            <a:solidFill>
              <a:srgbClr val="1C4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4237"/>
                </a:solidFill>
                <a:latin typeface="Aptos Display"/>
              </a:rPr>
              <a:t>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  <a:defRPr sz="1800">
                <a:solidFill>
                  <a:srgbClr val="1D2D2A"/>
                </a:solidFill>
                <a:latin typeface="Aptos"/>
              </a:defRPr>
            </a:pPr>
            <a:r>
              <a:t>Con esta práctica pude comprobar que el analizador semántico no solo revisa declaraciones y asignaciones; también traduce expresiones aritméticas a representaciones de código intermedio.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800">
                <a:solidFill>
                  <a:srgbClr val="1D2D2A"/>
                </a:solidFill>
                <a:latin typeface="Aptos"/>
              </a:defRPr>
            </a:pPr>
            <a:r>
              <a:t>Las pruebas mostraron cómo se respeta la precedencia de operadores, el uso de paréntesis y la asociación de operaciones encadenadas. A partir de ello se generaron notaciones, código de tres direcciones, cuádruplos, triplos y Código P.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800">
                <a:solidFill>
                  <a:srgbClr val="1D2D2A"/>
                </a:solidFill>
                <a:latin typeface="Aptos"/>
              </a:defRPr>
            </a:pPr>
            <a:r>
              <a:t>La actividad fue útil porque permite ver, de forma práctica, cómo un compilador divide una instrucción en pasos más pequeños usando temporales y estructuras intermedias.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800">
                <a:solidFill>
                  <a:srgbClr val="1D2D2A"/>
                </a:solidFill>
                <a:latin typeface="Aptos"/>
              </a:defRPr>
            </a:pPr>
            <a:r>
              <a:t>Finalmente, el trabajo deja una base ordenada para continuar con la Unidad 3, donde estas representaciones pueden servir para aplicar técnicas de optimización.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4237"/>
          </a:solidFill>
          <a:ln>
            <a:solidFill>
              <a:srgbClr val="1C4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75080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3000" b="1" dirty="0">
                <a:solidFill>
                  <a:srgbClr val="1C4237"/>
                </a:solidFill>
                <a:latin typeface="Aptos Display"/>
              </a:rPr>
              <a:t>LINK -GIT</a:t>
            </a:r>
            <a:endParaRPr sz="3000" b="1" dirty="0">
              <a:solidFill>
                <a:srgbClr val="1C4237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424160" cy="1161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  <a:defRPr sz="1800">
                <a:solidFill>
                  <a:srgbClr val="1D2D2A"/>
                </a:solidFill>
                <a:latin typeface="Aptos"/>
              </a:defRPr>
            </a:pPr>
            <a:r>
              <a:rPr lang="es-MX" dirty="0">
                <a:hlinkClick r:id="rId2"/>
              </a:rPr>
              <a:t>https://github.com/amaurycolochos-cpu/LENGUAJES-Y-AUTOMATAS-II/tree/main/LYA-ll-Tema-2/AnalizadorSemantico-Unidades-1-2-3-JavaFX</a:t>
            </a:r>
            <a:endParaRPr lang="es-MX" dirty="0"/>
          </a:p>
          <a:p>
            <a:pPr>
              <a:lnSpc>
                <a:spcPct val="105000"/>
              </a:lnSpc>
              <a:spcAft>
                <a:spcPts val="1600"/>
              </a:spcAft>
              <a:defRPr sz="1800">
                <a:solidFill>
                  <a:srgbClr val="1D2D2A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2371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1676</Words>
  <Application>Microsoft Office PowerPoint</Application>
  <PresentationFormat>Panorámica</PresentationFormat>
  <Paragraphs>163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-apple-system</vt:lpstr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Tecnológico Nacional de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de práctica: generación de código intermedio en Java</dc:title>
  <dc:subject>Actividad 2.2 - Generación de código intermedio</dc:subject>
  <dc:creator>Mario</dc:creator>
  <cp:lastModifiedBy>AMAURY JAHAZIEL GORDILLO HERNANDEZ</cp:lastModifiedBy>
  <cp:revision>4</cp:revision>
  <dcterms:created xsi:type="dcterms:W3CDTF">2026-09-20T23:19:47Z</dcterms:created>
  <dcterms:modified xsi:type="dcterms:W3CDTF">2026-09-22T06:11:19Z</dcterms:modified>
</cp:coreProperties>
</file>